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85760" y="-1097280"/>
            <a:ext cx="5120640" cy="5120640"/>
          </a:xfrm>
          <a:prstGeom prst="ellipse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5840" y="822960"/>
            <a:ext cx="329184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 b="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971C2"/>
                </a:solidFill>
                <a:latin typeface="Arial"/>
              </a:rPr>
              <a:t>КОМАНДА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6675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>
                <a:solidFill>
                  <a:srgbClr val="FFFFFF"/>
                </a:solidFill>
                <a:latin typeface="Arial"/>
              </a:rPr>
              <a:t>Фокус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C9CEF5"/>
                </a:solidFill>
                <a:latin typeface="Arial"/>
              </a:rPr>
              <a:t>Помощник по продуктивности и лайфхакам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Участники: </a:t>
            </a:r>
            <a:r>
              <a:rPr sz="1800" b="0">
                <a:solidFill>
                  <a:srgbClr val="C9CEF5"/>
                </a:solidFill>
                <a:latin typeface="Arial"/>
              </a:rPr>
              <a:t>Ученик 5, Ученик 6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400" b="0">
                <a:solidFill>
                  <a:srgbClr val="5B618A"/>
                </a:solidFill>
                <a:latin typeface="Arial"/>
              </a:rPr>
              <a:t>Курс «Создание чат-ботов и ИИ-агентов» · проект 6 занятия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971C2"/>
                </a:solidFill>
                <a:latin typeface="Arial"/>
              </a:rPr>
              <a:t>ИДЕЯ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2163A"/>
                </a:solidFill>
                <a:latin typeface="Arial"/>
              </a:rPr>
              <a:t>Бот помогает не отвлекаться: даёт фокус на день, раскладывает задачу на шаги и подкидывает лайфхаки.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2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49377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743200"/>
            <a:ext cx="64008" cy="2651760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43891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1C2"/>
                </a:solidFill>
                <a:latin typeface="Arial"/>
              </a:rPr>
              <a:t>Характер бота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0">
                <a:solidFill>
                  <a:srgbClr val="12163A"/>
                </a:solidFill>
                <a:latin typeface="Arial"/>
              </a:rPr>
              <a:t>Спокойный и собранный коуч: отвечает коротко, по делу и даёт один конкретный совет.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200" b="0">
                <a:solidFill>
                  <a:srgbClr val="5B618A"/>
                </a:solidFill>
                <a:latin typeface="Arial"/>
              </a:rPr>
              <a:t>Имя, тему и характер бота команда не заполнила — придумали: «Фокус», продуктивность.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514600"/>
            <a:ext cx="55626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2743200"/>
            <a:ext cx="64008" cy="2651760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788920"/>
            <a:ext cx="50139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1C2"/>
                </a:solidFill>
                <a:latin typeface="Arial"/>
              </a:rPr>
              <a:t>Кто что сделал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1">
                <a:solidFill>
                  <a:srgbClr val="12163A"/>
                </a:solidFill>
                <a:latin typeface="Arial"/>
              </a:rPr>
              <a:t>Ученик 5 — </a:t>
            </a:r>
            <a:r>
              <a:rPr sz="1800" b="0">
                <a:solidFill>
                  <a:srgbClr val="12163A"/>
                </a:solidFill>
                <a:latin typeface="Arial"/>
              </a:rPr>
              <a:t>Фокус на день и план задачи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1">
                <a:solidFill>
                  <a:srgbClr val="12163A"/>
                </a:solidFill>
                <a:latin typeface="Arial"/>
              </a:rPr>
              <a:t>Ученик 6 — </a:t>
            </a:r>
            <a:r>
              <a:rPr sz="1800" b="0">
                <a:solidFill>
                  <a:srgbClr val="12163A"/>
                </a:solidFill>
                <a:latin typeface="Arial"/>
              </a:rPr>
              <a:t>Лайфхаки на каждый день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971C2"/>
                </a:solidFill>
                <a:latin typeface="Arial"/>
              </a:rPr>
              <a:t>ИНСТРУМЕНТЫ АГЕНТА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4 инструмента — и у каждого свой автор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3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64008" cy="457200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971C2"/>
                </a:solidFill>
                <a:latin typeface="Consolas"/>
              </a:rPr>
              <a:t>daily_focus()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69164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Возвращает короткую рекомендацию для фокусировки и продуктивной работы на день.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1691640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15768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944368"/>
            <a:ext cx="64008" cy="457200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15768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971C2"/>
                </a:solidFill>
                <a:latin typeface="Consolas"/>
              </a:rPr>
              <a:t>plan_task(task)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715768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Разбивает задачу пользователя на короткий план из шагов с таймером.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715768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39896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968496"/>
            <a:ext cx="64008" cy="457200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39896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971C2"/>
                </a:solidFill>
                <a:latin typeface="Consolas"/>
              </a:rPr>
              <a:t>quick_lifehack()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739896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Возвращает полезный и простой лайфхак на каждый день.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739896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64024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992624"/>
            <a:ext cx="64008" cy="457200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764024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971C2"/>
                </a:solidFill>
                <a:latin typeface="Consolas"/>
              </a:rPr>
              <a:t>lifehack_by_topic(topic)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764024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Даёт лайфхак по теме: сон, уборка, учёба, утро, спорт.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4764024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971C2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Пример разговора с ботом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4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9116" y="1737360"/>
            <a:ext cx="3741724" cy="457200"/>
          </a:xfrm>
          <a:prstGeom prst="round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61996" y="1737360"/>
            <a:ext cx="33759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Мне надо сделать доклад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🔧 вызов инструмента: </a:t>
            </a:r>
            <a:r>
              <a:rPr sz="1200" b="1">
                <a:solidFill>
                  <a:srgbClr val="5B618A"/>
                </a:solidFill>
                <a:latin typeface="Consolas"/>
              </a:rPr>
              <a:t>plan_task(сделать доклад)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5129784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46725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План: 5 мин — пойми задачу, 25 мин — главная часть, 5 мин — перерыв, 15 мин — проверь. Старт!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9116" y="3566160"/>
            <a:ext cx="3741724" cy="457200"/>
          </a:xfrm>
          <a:prstGeom prst="round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1996" y="3566160"/>
            <a:ext cx="33759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Как быстрее вставать утром?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🔧 вызов инструмента: </a:t>
            </a:r>
            <a:r>
              <a:rPr sz="1200" b="1">
                <a:solidFill>
                  <a:srgbClr val="5B618A"/>
                </a:solidFill>
                <a:latin typeface="Consolas"/>
              </a:rPr>
              <a:t>lifehack_by_topic(утро)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129784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6725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Собери рюкзак и одежду с вечера — утром сэкономишь 10 минут.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9496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18A"/>
                </a:solidFill>
                <a:latin typeface="Arial"/>
              </a:rPr>
              <a:t>Ответы бота в примере условные: каждый раз нейросеть формулирует по-своему, а данные берёт из инструментов.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1737360"/>
            <a:ext cx="44196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86600" y="1965960"/>
            <a:ext cx="64008" cy="3383280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965960"/>
            <a:ext cx="38709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971C2"/>
                </a:solidFill>
                <a:latin typeface="Arial"/>
              </a:rPr>
              <a:t>Что доделали после занятия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1">
                <a:solidFill>
                  <a:srgbClr val="12163A"/>
                </a:solidFill>
                <a:latin typeface="Arial"/>
              </a:rPr>
              <a:t>Ученик 5: </a:t>
            </a:r>
            <a:r>
              <a:rPr sz="1500" b="0">
                <a:solidFill>
                  <a:srgbClr val="12163A"/>
                </a:solidFill>
                <a:latin typeface="Arial"/>
              </a:rPr>
              <a:t>Три похожих функции объединены в одну daily_focus (все советы сохранены)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1">
                <a:solidFill>
                  <a:srgbClr val="12163A"/>
                </a:solidFill>
                <a:latin typeface="Arial"/>
              </a:rPr>
              <a:t>Ученик 6: </a:t>
            </a:r>
            <a:r>
              <a:rPr sz="1500" b="0">
                <a:solidFill>
                  <a:srgbClr val="12163A"/>
                </a:solidFill>
                <a:latin typeface="Arial"/>
              </a:rPr>
              <a:t>Строка «def» без имени — Python не мог прочитать файл (строка 24)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200" b="0">
                <a:solidFill>
                  <a:srgbClr val="5B618A"/>
                </a:solidFill>
                <a:latin typeface="Arial"/>
              </a:rPr>
              <a:t>Всего исправлений: 4. Подробно — в ИСПРАВЛЕНИЯ.md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300" b="1">
                <a:solidFill>
                  <a:srgbClr val="12163A"/>
                </a:solidFill>
                <a:latin typeface="Arial"/>
              </a:rPr>
              <a:t>Запуск: </a:t>
            </a:r>
            <a:r>
              <a:rPr sz="1300" b="0">
                <a:solidFill>
                  <a:srgbClr val="12163A"/>
                </a:solidFill>
                <a:latin typeface="Consolas"/>
              </a:rPr>
              <a:t>python3 Наш_бот.py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