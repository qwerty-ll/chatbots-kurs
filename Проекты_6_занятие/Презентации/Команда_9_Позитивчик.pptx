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85760" y="-1097280"/>
            <a:ext cx="5120640" cy="5120640"/>
          </a:xfrm>
          <a:prstGeom prst="ellipse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840" y="82296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 b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D6336C"/>
                </a:solidFill>
                <a:latin typeface="Arial"/>
              </a:rPr>
              <a:t>КОМАНДА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Позитивчик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C9CEF5"/>
                </a:solidFill>
                <a:latin typeface="Arial"/>
              </a:rPr>
              <a:t>Бот поддержки и комплиментов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Участники: </a:t>
            </a:r>
            <a:r>
              <a:rPr sz="1800" b="0">
                <a:solidFill>
                  <a:srgbClr val="C9CEF5"/>
                </a:solidFill>
                <a:latin typeface="Arial"/>
              </a:rPr>
              <a:t>Ученик 15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0">
                <a:solidFill>
                  <a:srgbClr val="5B618A"/>
                </a:solidFill>
                <a:latin typeface="Arial"/>
              </a:rPr>
              <a:t>Курс «Создание чат-ботов и ИИ-агентов» · проект 6 занятия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D6336C"/>
                </a:solidFill>
                <a:latin typeface="Arial"/>
              </a:rPr>
              <a:t>ИДЕЯ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2163A"/>
                </a:solidFill>
                <a:latin typeface="Arial"/>
              </a:rPr>
              <a:t>Позитивчик поднимает настроение: скажет комплимент и поддержит, если что-то не получается.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2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4937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64008" cy="265176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D6336C"/>
                </a:solidFill>
                <a:latin typeface="Arial"/>
              </a:rPr>
              <a:t>Характер бота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0">
                <a:solidFill>
                  <a:srgbClr val="12163A"/>
                </a:solidFill>
                <a:latin typeface="Arial"/>
              </a:rPr>
              <a:t>Добрый и тёплый друг: подбадривает, говорит коротко и с улыбкой.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Имя, тему и характер бота команда не заполнила — взяли из идеи ученика.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14600"/>
            <a:ext cx="5562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743200"/>
            <a:ext cx="64008" cy="265176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788920"/>
            <a:ext cx="5013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D6336C"/>
                </a:solidFill>
                <a:latin typeface="Arial"/>
              </a:rPr>
              <a:t>Кто что сделал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15 — </a:t>
            </a:r>
            <a:r>
              <a:rPr sz="1800" b="0">
                <a:solidFill>
                  <a:srgbClr val="12163A"/>
                </a:solidFill>
                <a:latin typeface="Arial"/>
              </a:rPr>
              <a:t>Комплименты и поддержка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D6336C"/>
                </a:solidFill>
                <a:latin typeface="Arial"/>
              </a:rPr>
              <a:t>ИНСТРУМЕНТЫ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2 инструмента — и у каждого свой автор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45720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D6336C"/>
                </a:solidFill>
                <a:latin typeface="Consolas"/>
              </a:rPr>
              <a:t>compliment()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Говорит пользователю добрый комплимент.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40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15768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44368"/>
            <a:ext cx="64008" cy="45720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15768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D6336C"/>
                </a:solidFill>
                <a:latin typeface="Consolas"/>
              </a:rPr>
              <a:t>support(problem)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1576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Поддерживает пользователя, когда у него что-то не получается.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715768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D6336C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Пример разговора с ботом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9116" y="1737360"/>
            <a:ext cx="3741724" cy="457200"/>
          </a:xfrm>
          <a:prstGeom prst="round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1996" y="17373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Скажи что-нибудь приятное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compliment()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Ты сегодня хорошо выглядишь! 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9116" y="3566160"/>
            <a:ext cx="3741724" cy="457200"/>
          </a:xfrm>
          <a:prstGeom prst="round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1996" y="35661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Не получается контрольная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support(контрольная)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Контрольная — это непросто. Но у тебя всё получится! Реши сегодня одну задачу — я за тебя болею.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18A"/>
                </a:solidFill>
                <a:latin typeface="Arial"/>
              </a:rPr>
              <a:t>Ответы бота в примере условные: каждый раз нейросеть формулирует по-своему, а данные берёт из инструментов.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737360"/>
            <a:ext cx="44196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965960"/>
            <a:ext cx="64008" cy="3383280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3870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D6336C"/>
                </a:solidFill>
                <a:latin typeface="Arial"/>
              </a:rPr>
              <a:t>Что доделали после занятия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15: </a:t>
            </a:r>
            <a:r>
              <a:rPr sz="1500" b="0">
                <a:solidFill>
                  <a:srgbClr val="12163A"/>
                </a:solidFill>
                <a:latin typeface="Arial"/>
              </a:rPr>
              <a:t>Текст стоял вместо имени функции и без кавычек — Python не мог прочитать файл (строка 13)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Всего исправлений: 3. Подробно — в ИСПРАВЛЕНИЯ.md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Запуск: </a:t>
            </a:r>
            <a:r>
              <a:rPr sz="1300" b="0">
                <a:solidFill>
                  <a:srgbClr val="12163A"/>
                </a:solidFill>
                <a:latin typeface="Consolas"/>
              </a:rPr>
              <a:t>python3 Наш_бот.py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