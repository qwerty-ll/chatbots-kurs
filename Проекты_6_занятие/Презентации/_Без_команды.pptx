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85760" y="-1097280"/>
            <a:ext cx="5120640" cy="5120640"/>
          </a:xfrm>
          <a:prstGeom prst="ellipse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840" y="822960"/>
            <a:ext cx="3291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 b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CA678"/>
                </a:solidFill>
                <a:latin typeface="Arial"/>
              </a:rPr>
              <a:t>УЧЕНИКИ БЕЗ КОМАНДЫ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Шахидик и Знайка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C9CEF5"/>
                </a:solidFill>
                <a:latin typeface="Arial"/>
              </a:rPr>
              <a:t>Два личных бота с инструментами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Участники: </a:t>
            </a:r>
            <a:r>
              <a:rPr sz="1800" b="0">
                <a:solidFill>
                  <a:srgbClr val="C9CEF5"/>
                </a:solidFill>
                <a:latin typeface="Arial"/>
              </a:rPr>
              <a:t>Помощник, Ученик 16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0">
                <a:solidFill>
                  <a:srgbClr val="5B618A"/>
                </a:solidFill>
                <a:latin typeface="Arial"/>
              </a:rPr>
              <a:t>Курс «Создание чат-ботов и ИИ-агентов» · проект 6 занятия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A678"/>
                </a:solidFill>
                <a:latin typeface="Arial"/>
              </a:rPr>
              <a:t>ПОМОЩНИК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Шахидик — бот-повар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CA678"/>
                </a:solidFill>
                <a:latin typeface="Consolas"/>
              </a:rPr>
              <a:t>tip_of_day()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Дать кулинарный совет дня.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Помощник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CA678"/>
                </a:solidFill>
                <a:latin typeface="Consolas"/>
              </a:rPr>
              <a:t>find_recipes(product)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Подсказать блюдо или рецепт по продукту, который назвал человек.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Помощник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1082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2163A"/>
                </a:solidFill>
                <a:latin typeface="Arial"/>
              </a:rPr>
              <a:t>Идея: </a:t>
            </a:r>
            <a:r>
              <a:rPr sz="1800" b="0">
                <a:solidFill>
                  <a:srgbClr val="12163A"/>
                </a:solidFill>
                <a:latin typeface="Arial"/>
              </a:rPr>
              <a:t>Весёлый повар: отвечает коротко и шутит про еду. Подскажет совет дня и блюдо из того продукта, что есть дома.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A678"/>
                </a:solidFill>
                <a:latin typeface="Arial"/>
              </a:rPr>
              <a:t>УЧЕНИК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Знайка — факты и загадка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64008" cy="4572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CA678"/>
                </a:solidFill>
                <a:latin typeface="Consolas"/>
              </a:rPr>
              <a:t>random_fact()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Рассказывает случайный удивительный факт.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40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15768"/>
            <a:ext cx="10820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64008" cy="4572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5768"/>
            <a:ext cx="374903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CA678"/>
                </a:solidFill>
                <a:latin typeface="Consolas"/>
              </a:rPr>
              <a:t>check_answer(answer)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15768"/>
            <a:ext cx="4572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2163A"/>
                </a:solidFill>
                <a:latin typeface="Arial"/>
              </a:rPr>
              <a:t>Проверяет ответ на загадку «Что можно увидеть с закрытыми глазами?».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715768"/>
            <a:ext cx="1767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5B618A"/>
                </a:solidFill>
                <a:latin typeface="Arial"/>
              </a:rPr>
              <a:t>Ученик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1082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2163A"/>
                </a:solidFill>
                <a:latin typeface="Arial"/>
              </a:rPr>
              <a:t>Идея: </a:t>
            </a:r>
            <a:r>
              <a:rPr sz="1800" b="0">
                <a:solidFill>
                  <a:srgbClr val="12163A"/>
                </a:solidFill>
                <a:latin typeface="Arial"/>
              </a:rPr>
              <a:t>Рассказывает удивительные факты и загадывает загадку, а ответ проверяет инструментом.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A678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2163A"/>
                </a:solidFill>
                <a:latin typeface="Arial"/>
              </a:rPr>
              <a:t>Пример разговора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4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9116" y="1737360"/>
            <a:ext cx="3741724" cy="457200"/>
          </a:xfrm>
          <a:prstGeom prst="round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1996" y="17373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Что сделать из молока?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find_recipes(молоко)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Тонкие румяные блинчики! Первый блин — повару 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9116" y="3566160"/>
            <a:ext cx="3741724" cy="457200"/>
          </a:xfrm>
          <a:prstGeom prst="round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1996" y="3566160"/>
            <a:ext cx="33759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Загадка: это сон?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B618A"/>
                </a:solidFill>
                <a:latin typeface="Arial"/>
              </a:rPr>
              <a:t>🔧 вызов инструмента: </a:t>
            </a:r>
            <a:r>
              <a:rPr sz="1200" b="1">
                <a:solidFill>
                  <a:srgbClr val="5B618A"/>
                </a:solidFill>
                <a:latin typeface="Consolas"/>
              </a:rPr>
              <a:t>check_answer(сон)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129784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725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2163A"/>
                </a:solidFill>
                <a:latin typeface="Arial"/>
              </a:rPr>
              <a:t>Верно! С закрытыми глазами можно увидеть сон. 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18A"/>
                </a:solidFill>
                <a:latin typeface="Arial"/>
              </a:rPr>
              <a:t>Ответы бота в примере условные: каждый раз нейросеть формулирует по-своему, а данные берёт из инструментов.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737360"/>
            <a:ext cx="44196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965960"/>
            <a:ext cx="64008" cy="3383280"/>
          </a:xfrm>
          <a:prstGeom prst="rect">
            <a:avLst/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965960"/>
            <a:ext cx="3870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0CA678"/>
                </a:solidFill>
                <a:latin typeface="Arial"/>
              </a:rPr>
              <a:t>Что доделали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1">
                <a:solidFill>
                  <a:srgbClr val="12163A"/>
                </a:solidFill>
                <a:latin typeface="Arial"/>
              </a:rPr>
              <a:t>Помощник: </a:t>
            </a:r>
            <a:r>
              <a:rPr sz="1400" b="0">
                <a:solidFill>
                  <a:srgbClr val="12163A"/>
                </a:solidFill>
                <a:latin typeface="Arial"/>
              </a:rPr>
              <a:t>Словарь назывался recipe, а использовался recipes — инструмент падал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1">
                <a:solidFill>
                  <a:srgbClr val="12163A"/>
                </a:solidFill>
                <a:latin typeface="Arial"/>
              </a:rPr>
              <a:t>Ученик 16: </a:t>
            </a:r>
            <a:r>
              <a:rPr sz="1400" b="0">
                <a:solidFill>
                  <a:srgbClr val="12163A"/>
                </a:solidFill>
                <a:latin typeface="Arial"/>
              </a:rPr>
              <a:t>Файл не был начат — сделаны random_fact и check_answer(answer)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400" b="1">
                <a:solidFill>
                  <a:srgbClr val="12163A"/>
                </a:solidFill>
                <a:latin typeface="Arial"/>
              </a:rPr>
              <a:t>Запуск: </a:t>
            </a:r>
            <a:r>
              <a:rPr sz="1400" b="0">
                <a:solidFill>
                  <a:srgbClr val="12163A"/>
                </a:solidFill>
                <a:latin typeface="Consolas"/>
              </a:rPr>
              <a:t>python3 Помощник.py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