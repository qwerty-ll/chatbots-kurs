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7048E8"/>
                </a:solidFill>
                <a:latin typeface="Arial"/>
              </a:rPr>
              <a:t>КОМАНДА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Валера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Бот-гид по городу Кострома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7, Ученик 8, Ученик 9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048E8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Валера проводит экскурсию по Костроме: предложит маршрут, расскажет о месте, пошутит и подскажет сувенир.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7048E8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0">
                <a:solidFill>
                  <a:srgbClr val="12163A"/>
                </a:solidFill>
                <a:latin typeface="Arial"/>
              </a:rPr>
              <a:t>Экскурсовод с харизмой: добрый, мудрый, любит шутить.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7048E8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7 — </a:t>
            </a:r>
            <a:r>
              <a:rPr sz="1800" b="0">
                <a:solidFill>
                  <a:srgbClr val="12163A"/>
                </a:solidFill>
                <a:latin typeface="Arial"/>
              </a:rPr>
              <a:t>Факты и шутки про Кострому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8 — </a:t>
            </a:r>
            <a:r>
              <a:rPr sz="1800" b="0">
                <a:solidFill>
                  <a:srgbClr val="12163A"/>
                </a:solidFill>
                <a:latin typeface="Arial"/>
              </a:rPr>
              <a:t>Маршруты и «острые» факты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9 — </a:t>
            </a:r>
            <a:r>
              <a:rPr sz="1800" b="0">
                <a:solidFill>
                  <a:srgbClr val="12163A"/>
                </a:solidFill>
                <a:latin typeface="Arial"/>
              </a:rPr>
              <a:t>Сувениры и достопримечательности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048E8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6 инструментов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655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1981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7048E8"/>
                </a:solidFill>
                <a:latin typeface="Consolas"/>
              </a:rPr>
              <a:t>get_fact()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Рассказывает интересный факт о городе Кострома.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56688"/>
            <a:ext cx="10820400" cy="655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85288"/>
            <a:ext cx="64008" cy="1981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56688"/>
            <a:ext cx="3749039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7048E8"/>
                </a:solidFill>
                <a:latin typeface="Consolas"/>
              </a:rPr>
              <a:t>valera_joke()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56688"/>
            <a:ext cx="457200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Рассказывает фирменную шутку экскурсовода Валеры про Кострому.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456688"/>
            <a:ext cx="17678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21736"/>
            <a:ext cx="10820400" cy="655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50336"/>
            <a:ext cx="64008" cy="1981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21736"/>
            <a:ext cx="3749039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7048E8"/>
                </a:solidFill>
                <a:latin typeface="Consolas"/>
              </a:rPr>
              <a:t>route_selector(theme)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221736"/>
            <a:ext cx="457200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Выбирает экскурсионный маршрут по Костроме по теме: история, природа, сказка, еда.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221736"/>
            <a:ext cx="17678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86784"/>
            <a:ext cx="10820400" cy="655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215384"/>
            <a:ext cx="64008" cy="1981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86784"/>
            <a:ext cx="3749039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7048E8"/>
                </a:solidFill>
                <a:latin typeface="Consolas"/>
              </a:rPr>
              <a:t>spicy_fact_teller(category)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986784"/>
            <a:ext cx="457200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Рассказывает ироничный, мудрый или секретный факт о городе на основе выбранной темы.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986784"/>
            <a:ext cx="17678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51832"/>
            <a:ext cx="10820400" cy="655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980432"/>
            <a:ext cx="64008" cy="1981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51832"/>
            <a:ext cx="3749039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7048E8"/>
                </a:solidFill>
                <a:latin typeface="Consolas"/>
              </a:rPr>
              <a:t>souvenir_tip()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751832"/>
            <a:ext cx="457200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Советует, какой сувенир привезти из Костромы.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4751832"/>
            <a:ext cx="17678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516880"/>
            <a:ext cx="10820400" cy="655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745480"/>
            <a:ext cx="64008" cy="1981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516880"/>
            <a:ext cx="3749039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7048E8"/>
                </a:solidFill>
                <a:latin typeface="Consolas"/>
              </a:rPr>
              <a:t>place_info(place)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516880"/>
            <a:ext cx="457200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Рассказывает о достопримечательности Костромы по её названию.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5516880"/>
            <a:ext cx="17678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1">
                <a:solidFill>
                  <a:srgbClr val="5B618A"/>
                </a:solidFill>
                <a:latin typeface="Arial"/>
              </a:rPr>
              <a:t>Ученик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048E8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Хочу маршрут по истории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route_selector(история)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Ипатьевский монастырь → Сусанинская площадь → Торговые ряды → каланча. Идём за мной, но не как за Сусаниным! 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Что привезти домой?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souvenir_tip()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Костромской сыр! Мышки одобряют 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7048E8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Ученик 7: </a:t>
            </a:r>
            <a:r>
              <a:rPr sz="1300" b="0">
                <a:solidFill>
                  <a:srgbClr val="12163A"/>
                </a:solidFill>
                <a:latin typeface="Arial"/>
              </a:rPr>
              <a:t>Имена инструментов были фразами по-русски («ты экскурсовод») — нейросеть такие не принимает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Ученик 8: </a:t>
            </a:r>
            <a:r>
              <a:rPr sz="1300" b="0">
                <a:solidFill>
                  <a:srgbClr val="12163A"/>
                </a:solidFill>
                <a:latin typeface="Arial"/>
              </a:rPr>
              <a:t>Пропущено значение у "description" — Python не мог прочитать файл (строка 27)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Ученик 9: </a:t>
            </a:r>
            <a:r>
              <a:rPr sz="1300" b="0">
                <a:solidFill>
                  <a:srgbClr val="12163A"/>
                </a:solidFill>
                <a:latin typeface="Arial"/>
              </a:rPr>
              <a:t>Файл не был начат — сделаны souvenir_tip и place_info(place)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7.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