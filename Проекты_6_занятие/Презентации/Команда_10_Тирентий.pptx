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6707"/>
                </a:solidFill>
                <a:latin typeface="Arial"/>
              </a:rPr>
              <a:t>КОМАНДА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Тирентий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Повар для спортсменов: еда и тренировки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Ученик 13, Ученик 14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76707"/>
                </a:solidFill>
                <a:latin typeface="Arial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2163A"/>
                </a:solidFill>
                <a:latin typeface="Arial"/>
              </a:rPr>
              <a:t>Тирентий — повар для спортсменов: расскажет секрет блюда, подскажет гарнир и технику упражнения.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9377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64008" cy="265176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76707"/>
                </a:solidFill>
                <a:latin typeface="Arial"/>
              </a:rPr>
              <a:t>Характер бота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0">
                <a:solidFill>
                  <a:srgbClr val="12163A"/>
                </a:solidFill>
                <a:latin typeface="Arial"/>
              </a:rPr>
              <a:t>Весёлый, жизнерадостный и просто хороший: помогает правильно питаться и тренироваться.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Один участник делал тренировки, другой — кухню, поэтому тема стала «повар для спортсменов».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562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2743200"/>
            <a:ext cx="64008" cy="265176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788920"/>
            <a:ext cx="5013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76707"/>
                </a:solidFill>
                <a:latin typeface="Arial"/>
              </a:rPr>
              <a:t>Кто что сделал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13 — </a:t>
            </a:r>
            <a:r>
              <a:rPr sz="1800" b="0">
                <a:solidFill>
                  <a:srgbClr val="12163A"/>
                </a:solidFill>
                <a:latin typeface="Arial"/>
              </a:rPr>
              <a:t>Тренировки и техника упражнений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800" b="1">
                <a:solidFill>
                  <a:srgbClr val="12163A"/>
                </a:solidFill>
                <a:latin typeface="Arial"/>
              </a:rPr>
              <a:t>Ученик 14 — </a:t>
            </a:r>
            <a:r>
              <a:rPr sz="1800" b="0">
                <a:solidFill>
                  <a:srgbClr val="12163A"/>
                </a:solidFill>
                <a:latin typeface="Arial"/>
              </a:rPr>
              <a:t>Секреты блюд и что подать к блюду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76707"/>
                </a:solidFill>
                <a:latin typeface="Arial"/>
              </a:rPr>
              <a:t>ИНСТРУМЕНТЫ АГЕНТА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4 инструмента — и у каждого свой автор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76707"/>
                </a:solidFill>
                <a:latin typeface="Consolas"/>
              </a:rPr>
              <a:t>training_tip()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Даёт совет дня для тренировки и правильного питания спортсмена.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76707"/>
                </a:solidFill>
                <a:latin typeface="Consolas"/>
              </a:rPr>
              <a:t>exercise_technique(exercise_name)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Объясняет правильную технику упражнения.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9896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68496"/>
            <a:ext cx="64008" cy="4572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39896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76707"/>
                </a:solidFill>
                <a:latin typeface="Consolas"/>
              </a:rPr>
              <a:t>dish_secret()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739896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Сказать случайный секрет приготовления блюда.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739896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64024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992624"/>
            <a:ext cx="64008" cy="4572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64024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76707"/>
                </a:solidFill>
                <a:latin typeface="Consolas"/>
              </a:rPr>
              <a:t>dish_recommendation(dish)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764024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Сказать, что подать к блюду (гарнир, напиток).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4764024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7670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 с ботом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Как правильно отжиматься?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exercise_technique(отжимания)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Спина прямая, локти под 45°, опускайся почти до пола. А после — омлет для мышц! 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Что подать к курице?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dish_recommendation(курица)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Рис и свежий салат — сытно и полезно для спортсмена!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F76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76707"/>
                </a:solidFill>
                <a:latin typeface="Arial"/>
              </a:rPr>
              <a:t>Что доделали после занятия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13: </a:t>
            </a:r>
            <a:r>
              <a:rPr sz="1500" b="0">
                <a:solidFill>
                  <a:srgbClr val="12163A"/>
                </a:solidFill>
                <a:latin typeface="Arial"/>
              </a:rPr>
              <a:t>Файл обрывался на середине словаря — Python не мог его дочитать (строка 21)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500" b="1">
                <a:solidFill>
                  <a:srgbClr val="12163A"/>
                </a:solidFill>
                <a:latin typeface="Arial"/>
              </a:rPr>
              <a:t>Ученик 14: </a:t>
            </a:r>
            <a:r>
              <a:rPr sz="1500" b="0">
                <a:solidFill>
                  <a:srgbClr val="12163A"/>
                </a:solidFill>
                <a:latin typeface="Arial"/>
              </a:rPr>
              <a:t>random.choice([]) от пустого списка — инструмент падал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>
                <a:solidFill>
                  <a:srgbClr val="5B618A"/>
                </a:solidFill>
                <a:latin typeface="Arial"/>
              </a:rPr>
              <a:t>Всего исправлений: 6. Подробно — в ИСПРАВЛЕНИЯ.md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3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300" b="0">
                <a:solidFill>
                  <a:srgbClr val="12163A"/>
                </a:solidFill>
                <a:latin typeface="Consolas"/>
              </a:rPr>
              <a:t>python3 Наш_бот.py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