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2255C"/>
                </a:solidFill>
                <a:latin typeface="Arial"/>
              </a:rPr>
              <a:t>КОМАНДА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шеф Боналлети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Бот-кулинар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12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2255C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Шеф Боналлети подскажет, что приготовить из того, что есть в холодильнике, и даст полезный совет дня.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C2255C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Дружелюбный шеф-помощник: даёт короткие кулинарные советы и рецепты.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C2255C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12 — </a:t>
            </a:r>
            <a:r>
              <a:rPr sz="1800" b="0">
                <a:solidFill>
                  <a:srgbClr val="12163A"/>
                </a:solidFill>
                <a:latin typeface="Arial"/>
              </a:rPr>
              <a:t>Совет дня и рецепт по продукту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2255C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2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C2255C"/>
                </a:solidFill>
                <a:latin typeface="Consolas"/>
              </a:rPr>
              <a:t>tip_of_day()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Дать кулинарный совет дня.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C2255C"/>
                </a:solidFill>
                <a:latin typeface="Consolas"/>
              </a:rPr>
              <a:t>find_recipe(product)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Найти рецепт по продукту.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2255C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У меня есть картошка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find_recipe(картошка)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Из картошки сделай пюре: свари, разомни с маслом и тёплым молоком. Приятного аппетита!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Дай совет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tip_of_day()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Наточи нож, чтобы не плакать от лука! 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C2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C2255C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12: </a:t>
            </a:r>
            <a:r>
              <a:rPr sz="1500" b="0">
                <a:solidFill>
                  <a:srgbClr val="12163A"/>
                </a:solidFill>
                <a:latin typeface="Arial"/>
              </a:rPr>
              <a:t>Файл был сдан и работал ✓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3.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