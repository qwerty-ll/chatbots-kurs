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03131"/>
                </a:solidFill>
                <a:latin typeface="Arial"/>
              </a:rPr>
              <a:t>КОМАНДА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Шеф Бонапети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Бот-повар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1, Ученик 2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03131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Бот подскажет, что приготовить, даст рецепт по продукту и поднимет настроение кулинарной шуткой.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03131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Весёлый повар, отвечает коротко, с шутками про еду.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03131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 — </a:t>
            </a:r>
            <a:r>
              <a:rPr sz="1800" b="0">
                <a:solidFill>
                  <a:srgbClr val="12163A"/>
                </a:solidFill>
                <a:latin typeface="Arial"/>
              </a:rPr>
              <a:t>Шутки, комплименты и рецепты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2 — </a:t>
            </a:r>
            <a:r>
              <a:rPr sz="1800" b="0">
                <a:solidFill>
                  <a:srgbClr val="12163A"/>
                </a:solidFill>
                <a:latin typeface="Arial"/>
              </a:rPr>
              <a:t>Что приготовить и кулинарные советы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03131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5 инструментов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808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351129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03131"/>
                </a:solidFill>
                <a:latin typeface="Consolas"/>
              </a:rPr>
              <a:t>chef_joke()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Возвращает весёлую поварскую шутку от шефа.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09697"/>
            <a:ext cx="10820400" cy="808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38297"/>
            <a:ext cx="64008" cy="351129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09697"/>
            <a:ext cx="3749039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03131"/>
                </a:solidFill>
                <a:latin typeface="Consolas"/>
              </a:rPr>
              <a:t>chef_compliment()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09697"/>
            <a:ext cx="457200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Говорит случайный кулинарный комплимент пользователю.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609697"/>
            <a:ext cx="176784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7754"/>
            <a:ext cx="10820400" cy="808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56354"/>
            <a:ext cx="64008" cy="351129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27754"/>
            <a:ext cx="3749039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03131"/>
                </a:solidFill>
                <a:latin typeface="Consolas"/>
              </a:rPr>
              <a:t>find_recipe(product)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27754"/>
            <a:ext cx="457200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Подсказывает рецепт по продукту, который назвал пользователь.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527754"/>
            <a:ext cx="176784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45811"/>
            <a:ext cx="10820400" cy="808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74411"/>
            <a:ext cx="64008" cy="351129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45811"/>
            <a:ext cx="3749039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03131"/>
                </a:solidFill>
                <a:latin typeface="Consolas"/>
              </a:rPr>
              <a:t>what_to_cook()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445811"/>
            <a:ext cx="457200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Подсказывает, что приготовить, если не знаешь, что сделать.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445811"/>
            <a:ext cx="176784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63868"/>
            <a:ext cx="10820400" cy="8083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5592468"/>
            <a:ext cx="64008" cy="351129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363868"/>
            <a:ext cx="3749039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03131"/>
                </a:solidFill>
                <a:latin typeface="Consolas"/>
              </a:rPr>
              <a:t>cooking_advice(topic)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63868"/>
            <a:ext cx="457200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Даёт кулинарный совет по теме (тесто, суп, блины, мясо и т.д.).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5363868"/>
            <a:ext cx="176784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03131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Что приготовить из яиц?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find_recipe(яйца)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Омлет! Взбей 2 яйца с молоком и жарь 3 минуты под крышкой. А если подгорит — это карамелизация! 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Расскажи шутку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chef_joke()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Пельмени никогда не предадут, максимум — объединятся в один мегапельмень! 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03131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1: </a:t>
            </a:r>
            <a:r>
              <a:rPr sz="1500" b="0">
                <a:solidFill>
                  <a:srgbClr val="12163A"/>
                </a:solidFill>
                <a:latin typeface="Arial"/>
              </a:rPr>
              <a:t>Пропущена запятая в списке TOOLS — Python не мог прочитать файл (строка 32)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2: </a:t>
            </a:r>
            <a:r>
              <a:rPr sz="1500" b="0">
                <a:solidFill>
                  <a:srgbClr val="12163A"/>
                </a:solidFill>
                <a:latin typeface="Arial"/>
              </a:rPr>
              <a:t>FUNCTIONS вызывал несуществующие kitchen_lifehack() и chef_joke()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8.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